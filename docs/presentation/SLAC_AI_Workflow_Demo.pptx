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Agentic Workflow Automation for S3DF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Integrating Maestro, Claude Code, and ACE3P Simulation Pipelines</a:t>
            </a:r>
          </a:p>
          <a:p/>
          <a:p>
            <a:r>
              <a:t>Lixin Ge | SLAC National Accelerator Laboratory</a:t>
            </a:r>
          </a:p>
          <a:p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Manual HPC Workflow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Researchers manage multi-step simulations with ad-hoc scripts</a:t>
            </a:r>
          </a:p>
          <a:p>
            <a:pPr/>
          </a:p>
          <a:p>
            <a:pPr/>
            <a:r>
              <a:t>Pain points on S3DF:</a:t>
            </a:r>
          </a:p>
          <a:p>
            <a:pPr/>
            <a:r>
              <a:t>  • Manually writing Slurm batch scripts for each solver</a:t>
            </a:r>
          </a:p>
          <a:p>
            <a:pPr/>
            <a:r>
              <a:t>  • Hand-maintaining directory structures for parameter sweeps</a:t>
            </a:r>
          </a:p>
          <a:p>
            <a:pPr/>
            <a:r>
              <a:t>  • No automatic dependency tracking between solver steps</a:t>
            </a:r>
          </a:p>
          <a:p>
            <a:pPr/>
            <a:r>
              <a:t>  • Failures require manual identification and resubmission</a:t>
            </a:r>
          </a:p>
          <a:p>
            <a:pPr/>
            <a:r>
              <a:t>  • New users face steep learning curve for HPC workflows</a:t>
            </a:r>
          </a:p>
          <a:p>
            <a:pPr/>
          </a:p>
          <a:p>
            <a:pPr/>
            <a:r>
              <a:t>Question: Can AI help go from scientific intent to running workflow?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Agentic AI + Workflow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Natural language → Validated workflow → Autonomous execution → Results + Plots</a:t>
            </a:r>
          </a:p>
          <a:p>
            <a:pPr/>
          </a:p>
          <a:p>
            <a:pPr/>
            <a:r>
              <a:t>Components:</a:t>
            </a:r>
          </a:p>
          <a:p>
            <a:pPr/>
            <a:r>
              <a:t>  • Claude Code — AI agent for reasoning and generation</a:t>
            </a:r>
          </a:p>
          <a:p>
            <a:pPr/>
            <a:r>
              <a:t>  • Maestro — DAG-based workflow orchestration (LLNL)</a:t>
            </a:r>
          </a:p>
          <a:p>
            <a:pPr/>
            <a:r>
              <a:t>  • S3DF Slurm — HPC execution (milano, rfar:regular, qos=normal)</a:t>
            </a:r>
          </a:p>
          <a:p>
            <a:pPr/>
            <a:r>
              <a:t>  • ACE3P — Production EM simulation suite (demo application)</a:t>
            </a:r>
          </a:p>
          <a:p>
            <a:pPr/>
            <a:r>
              <a:t>  • Auto post-processing — Matplotlib plots for immediate feedback</a:t>
            </a:r>
          </a:p>
          <a:p>
            <a:pPr/>
          </a:p>
          <a:p>
            <a:pPr/>
            <a:r>
              <a:t>Key insight: AI coordinates existing tools, doesn't replace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7296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5-layer architecture: User → AI Agent → Workflow Engine → Slurm →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Makes This "Agentic"?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How We Demonstrate 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Natural language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describes intent, not implementation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Domain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knows ACE3P solvers, S3DF config, Slurm patterns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Autonomous execution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Generates full DAG with dependencies and resources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Actionable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YAML runs directly with 'maestro run' — no editing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Multi-step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Chains solvers (Omega3P → Track3P), manages data flow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Fault 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Merlin workflows include retry logic and distribution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Workflow Generator — One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 (natural language):</a:t>
            </a:r>
          </a:p>
          <a:p>
            <a:pPr/>
            <a:r>
              <a:t>  $ python generator.py "Sweep gradient from 10 to 50 MV/m</a:t>
            </a:r>
          </a:p>
          <a:p>
            <a:pPr/>
            <a:r>
              <a:t>    in Track3P to find multipacting onset"</a:t>
            </a:r>
          </a:p>
          <a:p>
            <a:pPr/>
          </a:p>
          <a:p>
            <a:pPr/>
            <a:r>
              <a:t>Output (executable Maestro YAML):</a:t>
            </a:r>
          </a:p>
          <a:p>
            <a:pPr/>
            <a:r>
              <a:t>  • 5-step pipeline: mesh → omega3p → rfpost → track3p → analyze</a:t>
            </a:r>
          </a:p>
          <a:p>
            <a:pPr/>
            <a:r>
              <a:t>  • Correct S3DF Slurm config (partition, account, walltime)</a:t>
            </a:r>
          </a:p>
          <a:p>
            <a:pPr/>
            <a:r>
              <a:t>  • 9 parameterized gradient levels (10–50 MV/m)</a:t>
            </a:r>
          </a:p>
          <a:p>
            <a:pPr/>
            <a:r>
              <a:t>  • Fan-in aggregation with multipacting onset detection</a:t>
            </a:r>
          </a:p>
          <a:p>
            <a:pPr/>
            <a:r>
              <a:t>  • Passes YAML validation automatically</a:t>
            </a:r>
          </a:p>
          <a:p>
            <a:pPr/>
          </a:p>
          <a:p>
            <a:pPr/>
            <a:r>
              <a:t>→ Live demo at end of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Case Study 1: FE Order Convergence Sweep</a:t>
            </a:r>
          </a:p>
        </p:txBody>
      </p:sp>
      <p:pic>
        <p:nvPicPr>
          <p:cNvPr id="4" name="Picture 3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4063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3 parallel Slurm jobs on separate nodes. Mode 1 matches reference to 8 digits. Auto-generated plot.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Case Study 2: Multi-Solver DAG (Omega3P → Track3P)</a:t>
            </a:r>
          </a:p>
        </p:txBody>
      </p:sp>
      <p:pic>
        <p:nvPicPr>
          <p:cNvPr id="4" name="Picture 3" descr="multi_solver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3765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CW23 Pillbox: Omega3P (16 MPI) → Track3P (1 MPI × 16 OMP). Full pipeline ~5 min on S3DF.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Multipacting Results — Auto-Generated from Workflow</a:t>
            </a:r>
          </a:p>
        </p:txBody>
      </p:sp>
      <p:pic>
        <p:nvPicPr>
          <p:cNvPr id="4" name="Picture 3" descr="multipactin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6782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Impact energy vs. field level. Resonant particles at 23, 24, 25 MV/m. Plot generated automatically by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Enhancement Counter — Multipacting Susceptibility</a:t>
            </a:r>
          </a:p>
        </p:txBody>
      </p:sp>
      <p:pic>
        <p:nvPicPr>
          <p:cNvPr id="4" name="Picture 3" descr="enhancement_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82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EC approaches 1.0 at 24–25 MV/m — onset of sustained multipacting. Auto-generated.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Visualization (Available on S3DF)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ParaView 5.11.1 Web Visualizer:</a:t>
            </a:r>
          </a:p>
          <a:p>
            <a:pPr/>
            <a:r>
              <a:t>  • Full 3D visualization in browser — no client install</a:t>
            </a:r>
          </a:p>
          <a:p>
            <a:pPr/>
            <a:r>
              <a:t>  • /sdf/group/rfar/software/ParaView-5.11.1-.../</a:t>
            </a:r>
          </a:p>
          <a:p>
            <a:pPr/>
            <a:r>
              <a:t>  • Includes: Visualizer, Glance, Lite web apps</a:t>
            </a:r>
          </a:p>
          <a:p>
            <a:pPr/>
          </a:p>
          <a:p>
            <a:pPr/>
            <a:r>
              <a:t>Cubit 16.12 (Mesh Generation):</a:t>
            </a:r>
          </a:p>
          <a:p>
            <a:pPr/>
            <a:r>
              <a:t>  • /sdf/group/rfar/software/Cubit-16.12/</a:t>
            </a:r>
          </a:p>
          <a:p>
            <a:pPr/>
            <a:r>
              <a:t>  • GUI via NoMachine or batch mode (.jou scripts)</a:t>
            </a:r>
          </a:p>
          <a:p>
            <a:pPr/>
          </a:p>
          <a:p>
            <a:pPr/>
            <a:r>
              <a:t>ACE3P Dashboard (Next.js — github.com/lge0303/ace3p-dashboard):</a:t>
            </a:r>
          </a:p>
          <a:p>
            <a:pPr/>
            <a:r>
              <a:t>  • /workflow/status — real-time Slurm monitoring</a:t>
            </a:r>
          </a:p>
          <a:p>
            <a:pPr/>
            <a:r>
              <a:t>  • /workflow/generate — AI generator web UI</a:t>
            </a:r>
          </a:p>
          <a:p>
            <a:pPr/>
            <a:r>
              <a:t>  • /workflow/results — auto-generated plots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Summary — All Validated on S3DF Slurm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Omega3P single solve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Eigenvalues match reference (8 digits)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~1 min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 convergence (orders 1,2,3)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0.08% → &lt;0.001%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parallel, ~2 min each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Multi-solver DAG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Multipacting at 23–25 MV/m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~5 min total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→ Maestro 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 4-step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~5 sec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→ Merlin 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 worker pools + 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~10 sec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→ Track3P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5-step + onset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~8 sec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Broader Impact — Beyond ACE3P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Framework is application-agnostic. Potential S3DF applications:</a:t>
            </a:r>
          </a:p>
          <a:p>
            <a:pPr/>
          </a:p>
          <a:p>
            <a:pPr/>
            <a:r>
              <a:t>  • Any multi-step simulation (LCLS, cryo-EM, materials science)</a:t>
            </a:r>
          </a:p>
          <a:p>
            <a:pPr/>
            <a:r>
              <a:t>  • AI/ML training workflows (hyperparameter sweeps)</a:t>
            </a:r>
          </a:p>
          <a:p>
            <a:pPr/>
            <a:r>
              <a:t>  • Data analysis pipelines (reduction, calibration, visualization)</a:t>
            </a:r>
          </a:p>
          <a:p>
            <a:pPr/>
            <a:r>
              <a:t>  • Performance benchmarking (scaling studies)</a:t>
            </a:r>
          </a:p>
          <a:p>
            <a:pPr/>
          </a:p>
          <a:p>
            <a:pPr/>
            <a:r>
              <a:t>Benefits for S3DF community:</a:t>
            </a:r>
          </a:p>
          <a:p>
            <a:pPr/>
            <a:r>
              <a:t>  • Lower barrier to HPC workflow adoption</a:t>
            </a:r>
          </a:p>
          <a:p>
            <a:pPr/>
            <a:r>
              <a:t>  • Reduced errors from manual scripting</a:t>
            </a:r>
          </a:p>
          <a:p>
            <a:pPr/>
            <a:r>
              <a:t>  • Workflow YAML = executable documentation (reproducibility)</a:t>
            </a:r>
          </a:p>
          <a:p>
            <a:pPr/>
            <a:r>
              <a:t>  • AI assists with monitoring, troubleshooting,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Near-term (August 2026):</a:t>
            </a:r>
          </a:p>
          <a:p>
            <a:pPr/>
            <a:r>
              <a:t>  • Deploy dashboard with live monitoring + results viewer</a:t>
            </a:r>
          </a:p>
          <a:p>
            <a:pPr/>
            <a:r>
              <a:t>  • Integrate ParaView Web for 3D field visualization</a:t>
            </a:r>
          </a:p>
          <a:p>
            <a:pPr/>
            <a:r>
              <a:t>  • Debug Merlin distributed workers for large campaigns</a:t>
            </a:r>
          </a:p>
          <a:p>
            <a:pPr/>
          </a:p>
          <a:p>
            <a:pPr/>
            <a:r>
              <a:t>Medium-term (September–October 2026):</a:t>
            </a:r>
          </a:p>
          <a:p>
            <a:pPr/>
            <a:r>
              <a:t>  • AiiDA provenance tracking for reproducibility</a:t>
            </a:r>
          </a:p>
          <a:p>
            <a:pPr/>
            <a:r>
              <a:t>  • Additional workflow templates (S3P, TEM3P, gun3p)</a:t>
            </a:r>
          </a:p>
          <a:p>
            <a:pPr/>
            <a:r>
              <a:t>  • WORKS26 paper submission</a:t>
            </a:r>
          </a:p>
          <a:p>
            <a:pPr/>
          </a:p>
          <a:p>
            <a:pPr/>
            <a:r>
              <a:t>Long-term:</a:t>
            </a:r>
          </a:p>
          <a:p>
            <a:pPr/>
            <a:r>
              <a:t>  • Production deployment for S3DF users</a:t>
            </a:r>
          </a:p>
          <a:p>
            <a:pPr/>
            <a:r>
              <a:t>  • Agentic monitoring + failure diagnosis + auto-repair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Live Demo</a:t>
            </a:r>
          </a:p>
          <a:p>
            <a:br/>
            <a:pPr algn="ctr">
              <a:defRPr sz="2200">
                <a:solidFill>
                  <a:srgbClr val="646464"/>
                </a:solidFill>
              </a:defRPr>
            </a:pPr>
            <a:r>
              <a:t>Natural Language → AI Generates Workflow → Runs on S3DF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